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32acc3d11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32acc3d11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32acc3d11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32acc3d11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32acc3d11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32acc3d11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32acc3d11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32acc3d11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32acc3d11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32acc3d11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32acc3d11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32acc3d11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32acc3d11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32acc3d11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32acc3d11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32acc3d11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32acc3d11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32acc3d11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32acc3d11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32acc3d11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32acc3d11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32acc3d11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32e9644e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32e9644e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document/d/1myFI9OeD9P8xnoaTeiMPrlrEbY71wuayAoHGc7rs0qA/edit#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כנסת פתוחה 2.0 </a:t>
            </a:r>
            <a:endParaRPr/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או מבקרי הכנסת -</a:t>
            </a:r>
            <a:endParaRPr/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w"/>
              <a:t>קווים לדמותה</a:t>
            </a:r>
            <a:endParaRPr b="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הצעה לאפיון </a:t>
            </a:r>
            <a:endParaRPr/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סימונה הולשטיין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1788" y="4130199"/>
            <a:ext cx="2300425" cy="101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32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היסטוריה קצרה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791100"/>
            <a:ext cx="8520600" cy="43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w" sz="2200"/>
              <a:t>בשנת 2009 עפרי רביב, בני דאון ועוד רבים וטובים הקימו את אתר כנסת פתוחה, באמצעות סקרפינג של מידע ממערכות הכנסת</a:t>
            </a:r>
            <a:endParaRPr sz="2200"/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w" sz="2200"/>
              <a:t>באותם ימים רחוקים באתר הכנסת הייתה שממה</a:t>
            </a:r>
            <a:endParaRPr sz="2200"/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w" sz="2200"/>
              <a:t>מאז התפתח אתר הכנסת והוא מנגיש כיום מידע רב אודות הכנסת, כולל מאגר החקיקה </a:t>
            </a:r>
            <a:endParaRPr sz="2200"/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w" sz="2200"/>
              <a:t>יתרה מכך הכנסת מנגישה מידע בצורה מסודרת יותר ורשמית כיום באמצעות מאגר ODATA</a:t>
            </a:r>
            <a:endParaRPr sz="2200"/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w" sz="2200"/>
              <a:t>במרץ 2017 בעקבות תקלה במערכת הישנה של הכנסת שלא תתוקן חלק החקיקה באתר כנסת פתוחה (על 200,000 הגישות אליו בשנה החולפת) קפא</a:t>
            </a:r>
            <a:endParaRPr sz="2200"/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w" sz="2200"/>
              <a:t>לאור זאת, ולאור הקושי בתחזוקת כנסת פתוחה, מוצע כאן אפיון חדש </a:t>
            </a:r>
            <a:endParaRPr sz="2200"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316975" cy="13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בעיות באתר כנסת פתוחה כיום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w" sz="2200"/>
              <a:t>קושי בתחזוקה בגלל גודל ומורכבות המערכת</a:t>
            </a:r>
            <a:endParaRPr sz="2200"/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w" sz="2200"/>
              <a:t>החלק העוסק בחקיקה באתר כנסת פתוחה אינו מתעדכן מזה מספר חודשים, בגלל חוסר תמיכה של הכנסת במערכת ישנה שממנה נשאבו הנתונים</a:t>
            </a:r>
            <a:endParaRPr sz="2200"/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w" sz="2200"/>
              <a:t>הצגת נתונים שגויים בגלל מחסור שהיה קיים בעבר במידע מהכנסת, ומעקף של הבעיה באמצעות היוריסטיקות (בחיבור הצבעות לחוקים, בדיווחי נוכחות של חברי כנסת, ועוד)</a:t>
            </a:r>
            <a:endParaRPr sz="2200"/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w" sz="2200"/>
              <a:t>כפילות בהצגת נתונים שכבר מוצגים בצורה טובה בכנסת כמו חקיקה, ועדות, מליאה, הצבעות ועוד</a:t>
            </a:r>
            <a:endParaRPr sz="2200"/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w" sz="2200"/>
              <a:t>נתונים חלקיים על הצעות חוק ממשלה, ומחסור בנתוני וועדת שרים</a:t>
            </a:r>
            <a:endParaRPr sz="2200"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0"/>
            <a:ext cx="1831325" cy="14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תכונות אתר הכנסת כיום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מאגר חקיקה המציג את כל שלבי החקיקה כולל איחודים ופיצולים של הצעות חוק, ללא קישור להצבעות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עמוד נתוני הצבעות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עמוד נתוני וועדות  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עמוד שאילתות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עמוד מליאה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עמוד ח"כ וסיעות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חיבור לשידורי ערוץ הכנסת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ועוד</a:t>
            </a:r>
            <a:endParaRPr sz="2400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15325" cy="65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30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חוסרים באתר הכנסת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211675" y="803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אתר החקיקה אינו מקושר כיום להצבעות על החוקים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אין אפשרות חיפוש בתוך המסמכים, אלא רק בכותרות (כולל חקיקה, דיוני וועדות, דיוני מליאה, וכו')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התפעול של עמוד הוועדות לא נוח, מקשה את איתור הדיונים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עמוד ההצבעות דורש לחיצה על כל הצבעה בנפרד כדי להציג את תוצאותיה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אין חיבור של ניירות עמדה למאגר החקיקה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אין אפשרות </a:t>
            </a:r>
            <a:r>
              <a:rPr lang="iw" sz="2400"/>
              <a:t>להירשם</a:t>
            </a:r>
            <a:r>
              <a:rPr lang="iw" sz="2400"/>
              <a:t> להתראות, פרט לסדר יום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אין נתונים מסכמים (פרט למחקרי ממ"מ)</a:t>
            </a:r>
            <a:endParaRPr sz="2400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"/>
            <a:ext cx="1523750" cy="12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623400" y="1812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הצעה לכנסת פתוחה 2.0 או מבקרי הכנסת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753925"/>
            <a:ext cx="8520600" cy="4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ההצעה מתבססת על </a:t>
            </a:r>
            <a:r>
              <a:rPr lang="iw" sz="2400" u="sng">
                <a:solidFill>
                  <a:schemeClr val="hlink"/>
                </a:solidFill>
                <a:hlinkClick r:id="rId3"/>
              </a:rPr>
              <a:t>חקר המשתמשים</a:t>
            </a:r>
            <a:r>
              <a:rPr lang="iw" sz="2400"/>
              <a:t>, ועל יכולות וחוסרי כנסת פתוחה ואתר הכנסת:</a:t>
            </a:r>
            <a:endParaRPr sz="2400"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b="1" lang="iw" sz="2400"/>
              <a:t>התמקדות </a:t>
            </a:r>
            <a:r>
              <a:rPr b="1" lang="iw" sz="2400"/>
              <a:t>בחיפוש, הצגת תוצאות לפי קטגוריות, התראות וניתוח נתונים, כתשתית לביקורת ממשל, ולא בהצגה של תהליכים.</a:t>
            </a:r>
            <a:endParaRPr b="1" sz="2400"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iw" sz="2400"/>
              <a:t>נימוקים:</a:t>
            </a:r>
            <a:endParaRPr sz="2400"/>
          </a:p>
          <a:p>
            <a:pPr indent="-342900" lvl="1" marL="914400" rtl="1" algn="r">
              <a:spcBef>
                <a:spcPts val="1600"/>
              </a:spcBef>
              <a:spcAft>
                <a:spcPts val="0"/>
              </a:spcAft>
              <a:buSzPts val="1800"/>
              <a:buChar char="○"/>
            </a:pPr>
            <a:r>
              <a:rPr lang="iw" sz="1800"/>
              <a:t>הכנסת לא מאפשרת חיפוש, התראות, הצגה וניתוח, ולנו יש את הידע, הניסיון והתשתית לבנות מערכת לחיפוש וניתוח</a:t>
            </a:r>
            <a:endParaRPr sz="1800"/>
          </a:p>
          <a:p>
            <a:pPr indent="-342900" lvl="1" marL="914400" rtl="1" algn="r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iw" sz="1800"/>
              <a:t>כיוון שאנו נאלצים להתחבר לממשק ODATA החדש, ישנה תקווה שעד שנסיים את החיבור, הכנסת תספיק להשלים את החוסרים המרכזיים בהצגת תהליכי חקיקה (חיבור להצבעות)</a:t>
            </a:r>
            <a:endParaRPr sz="1800"/>
          </a:p>
          <a:p>
            <a:pPr indent="0" lvl="0" marL="45720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402700" cy="9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290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חיפוש לפי מילות מפתח </a:t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457200" rtl="1" algn="r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" sz="2400"/>
              <a:t>חיפוש "מתווה הגז",  "בריאות הציבור בגליל", "אבי גבאי"</a:t>
            </a:r>
            <a:endParaRPr sz="2400"/>
          </a:p>
          <a:p>
            <a:pPr indent="-381000" lvl="1" marL="457200" rtl="1" algn="r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" sz="2400"/>
              <a:t>נוסיף אפשרות לחיפוש מתקדם לפי זמן ועוד</a:t>
            </a:r>
            <a:endParaRPr sz="2400"/>
          </a:p>
          <a:p>
            <a:pPr indent="-381000" lvl="1" marL="457200" rtl="1" algn="r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" sz="2400"/>
              <a:t>התוצאות ירוכזו לקבוצות לפי קטגוריות כמו ממצאים אחרונים, הצעות חוק, דיונים בוועדות, הצבעות, ועוד, וימוינו לפי תאריך על בסיס המידע מ- ODATA.</a:t>
            </a:r>
            <a:endParaRPr sz="2400"/>
          </a:p>
          <a:p>
            <a:pPr indent="-381000" lvl="1" marL="457200" rtl="1" algn="r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" sz="2400"/>
              <a:t>התוצאות יוצגו בצורה שטוחה ללא יכולת, למשל, לצלול לתוך ההיסטוריה של חוק מסוים</a:t>
            </a:r>
            <a:endParaRPr sz="2400"/>
          </a:p>
          <a:p>
            <a:pPr indent="-381000" lvl="1" marL="457200" rtl="1" algn="r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" sz="2400"/>
              <a:t>מספר התוצאות הכולל יוצג בכל קטגוריה</a:t>
            </a:r>
            <a:endParaRPr sz="2400"/>
          </a:p>
          <a:p>
            <a:pPr indent="-381000" lvl="1" marL="457200" rtl="1" algn="r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" sz="2400"/>
              <a:t>ישמש אקטיביסטים, לוביסטים ועיתונאים בתחומים בהם הם פועלים לצורך חקירת ההיסטוריה של פעילות הכנסת בתחום מסוים</a:t>
            </a:r>
            <a:endParaRPr sz="2400"/>
          </a:p>
          <a:p>
            <a:pPr indent="0" lvl="0" marL="0" marR="0" rtl="1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02700" cy="9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w"/>
              <a:t>רישום להתראות לפי מילות מפתח וקטגוריות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לדוגמא, </a:t>
            </a:r>
            <a:r>
              <a:rPr lang="iw" sz="2400"/>
              <a:t>רישום לחקיקה בנושא בריאות בגליל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מאפשר לאקטיביסטים, לוביסטים ועיתונאים להתעדכן באפן שוטף לגבי פעילות פרלמנטרית בתחום </a:t>
            </a:r>
            <a:r>
              <a:rPr lang="iw" sz="2400"/>
              <a:t>העניין</a:t>
            </a:r>
            <a:r>
              <a:rPr lang="iw" sz="2400"/>
              <a:t> שלהם, כאשר אין להם קשר ישיר בכנסת.</a:t>
            </a:r>
            <a:endParaRPr sz="2400"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02700" cy="9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554575" y="1812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w"/>
              <a:t>כלי ויזואלי לבניית דו"חות השוואתיים לפי מילות מפתח וקטגוריות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כמו השוואה בין אחוז הצעות החוק הפרטיות בנושאי בריאות לעומת אחוז הצעות חוק ממשלה בנושאי בריאות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או השוואה של כמות הדיונים בנושא בריאות לבין כמות הדיונים בנושא בריאות בגליל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כל השאילתות יכולות לכלול גם שם של ח"כ או סיעה</a:t>
            </a:r>
            <a:endParaRPr sz="2400"/>
          </a:p>
          <a:p>
            <a:pPr indent="-381000" lvl="1" marL="914400" rtl="1" algn="r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" sz="2400"/>
              <a:t>אפשר להשוות בין "שקיפות סתיו שפיר" ל"שקיפות בנט"</a:t>
            </a:r>
            <a:endParaRPr sz="2400"/>
          </a:p>
          <a:p>
            <a:pPr indent="-381000" lvl="1" marL="914400" rtl="1" algn="r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" sz="2400"/>
              <a:t>או בין "בריאות מפלגת העבודה" לבין "בריאות הליכוד"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הכלי ישמש אקטיביסטים ועיתונאים לקידום ולביסוס עמדותיהם</a:t>
            </a:r>
            <a:endParaRPr sz="2400"/>
          </a:p>
          <a:p>
            <a:pPr indent="0" lvl="0" marL="45720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02700" cy="9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290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כלים נוספים שניתן לפתח בהמשך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הצגת שיאני חקיקה ושיאני שאילתות עם פירוט מדגמי של נושאי פעילותם?</a:t>
            </a:r>
            <a:endParaRPr sz="2400"/>
          </a:p>
          <a:p>
            <a:pPr indent="-381000" lvl="1" marL="914400" rtl="1" algn="r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" sz="2400"/>
              <a:t>הכלי ישמש עיתונאים ואקטיביסטים ככלי לביקורת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כלי אג'נדות?</a:t>
            </a:r>
            <a:endParaRPr sz="2400"/>
          </a:p>
          <a:p>
            <a:pPr indent="-381000" lvl="1" marL="914400" rtl="1" algn="r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" sz="2400"/>
              <a:t>משמש בעיקר את המשמר החברתי, אבל גם ארגונים אקטיביסטים אחרים</a:t>
            </a:r>
            <a:endParaRPr sz="2400"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02700" cy="9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כלים נוספים שניתן לפתח בהמשך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verage"/>
              <a:buChar char="●"/>
            </a:pPr>
            <a:r>
              <a:rPr lang="iw" sz="2400"/>
              <a:t>מידע אודות פעילות פרלמנטרית של ח"כ קיים באתר הכנסת</a:t>
            </a:r>
            <a:endParaRPr sz="2400"/>
          </a:p>
          <a:p>
            <a:pPr indent="-381000" lvl="1" marL="91440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" sz="2400"/>
              <a:t>מידע אודות נוכחות של ח"כ בוועדות ניתן יהיה להוסיף בשלב שני למערכת</a:t>
            </a:r>
            <a:endParaRPr sz="2400"/>
          </a:p>
          <a:p>
            <a:pPr indent="-381000" lvl="1" marL="914400" rtl="1" algn="r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" sz="2400"/>
              <a:t>ישמש אקטיביסטים ועיתונאים כדי לבקר פעילות של ח"כ וסיעות</a:t>
            </a:r>
            <a:endParaRPr sz="2400"/>
          </a:p>
          <a:p>
            <a:pPr indent="-381000" lvl="0" marL="457200" rtl="1" algn="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w" sz="2400"/>
              <a:t>כלי NLP לניתוח דיונים בוועדות</a:t>
            </a:r>
            <a:endParaRPr sz="2400"/>
          </a:p>
          <a:p>
            <a:pPr indent="-381000" lvl="1" marL="914400" rtl="1" algn="r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" sz="2400"/>
              <a:t>נדרשת חקירה נוספת</a:t>
            </a:r>
            <a:endParaRPr sz="2400"/>
          </a:p>
          <a:p>
            <a:pPr indent="0" lvl="0" marL="457200" marR="0" rt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02700" cy="9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שלבי התפתחות של המערכת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verage"/>
              <a:buChar char="●"/>
            </a:pPr>
            <a:r>
              <a:rPr lang="iw" sz="2400"/>
              <a:t>המערכת יכולה להוסיף קטגוריות בצורה מדורגת על פי הסדר הבא</a:t>
            </a:r>
            <a:endParaRPr sz="2400"/>
          </a:p>
          <a:p>
            <a:pPr indent="-381000" lvl="1" marL="914400" rtl="1" algn="r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" sz="2400"/>
              <a:t>נתוני כנסת נוכחית	</a:t>
            </a:r>
            <a:endParaRPr sz="2400"/>
          </a:p>
          <a:p>
            <a:pPr indent="-381000" lvl="2" marL="1371600" rtl="1" algn="r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iw" sz="2400"/>
              <a:t>דיוני וועדות</a:t>
            </a:r>
            <a:endParaRPr sz="2400"/>
          </a:p>
          <a:p>
            <a:pPr indent="-381000" lvl="2" marL="137160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iw" sz="2400"/>
              <a:t>הצעות חוק</a:t>
            </a:r>
            <a:endParaRPr sz="2400"/>
          </a:p>
          <a:p>
            <a:pPr indent="-381000" lvl="2" marL="137160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iw" sz="2400"/>
              <a:t>הצבעות</a:t>
            </a:r>
            <a:endParaRPr sz="2400"/>
          </a:p>
          <a:p>
            <a:pPr indent="-381000" lvl="2" marL="137160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iw" sz="2400"/>
              <a:t>מליאה</a:t>
            </a:r>
            <a:endParaRPr sz="2400"/>
          </a:p>
          <a:p>
            <a:pPr indent="-381000" lvl="2" marL="137160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iw" sz="2400"/>
              <a:t>שאילתות</a:t>
            </a:r>
            <a:endParaRPr sz="2400"/>
          </a:p>
          <a:p>
            <a:pPr indent="-381000" lvl="1" marL="91440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" sz="2400"/>
              <a:t>נתוני כנסות קודמות</a:t>
            </a:r>
            <a:endParaRPr sz="2400"/>
          </a:p>
          <a:p>
            <a:pPr indent="0" lvl="0" marL="45720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02700" cy="9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w"/>
              <a:t>דיון</a:t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9613" y="1407938"/>
            <a:ext cx="2864775" cy="232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